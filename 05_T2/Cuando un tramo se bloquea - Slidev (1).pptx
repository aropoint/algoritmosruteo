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construida sobre la malla del simulador. La ciudad es una referencia cartográfica provisional;
la geometría de la red y la misión son sintéticas.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Tarea 1 estudia comunicación UAV cuando se degrada el espectro. Aquí cambia la unidad de análisis:
se recorren segmentos físicos entre nodos de navegación.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contexto humanitario motiva la pregunta de movilidad, pero no valida la malla ni ubica en ella un incidente real.
Los valores son estimaciones de planificación de UNHCR para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conteos corresponden a la malla documentada en la primera ejecución; no son métricas de desempeño.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auténtica de SitioWeb con la API interceptada: origen y destino elegidos, preferencias visibles,
no se pulsa Calcular rutas, no se lee ni persiste en la BD fuente. La captura conserva la atribución de OSM.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Cuando un tramo se bloquea - Slidev</dc:title>
  <dc:subject>&lt;p&gt;Ruteo físico resiliente de UAV para inspección territorial simulada&lt;/p&gt;
</dc:subject>
  <dc:creator>PptxGenJS</dc:creator>
  <cp:lastModifiedBy>PptxGenJS</cp:lastModifiedBy>
  <cp:revision>1</cp:revision>
  <dcterms:created xsi:type="dcterms:W3CDTF">2026-10-23T00:49:59Z</dcterms:created>
  <dcterms:modified xsi:type="dcterms:W3CDTF">2026-10-23T00:49:59Z</dcterms:modified>
</cp:coreProperties>
</file>